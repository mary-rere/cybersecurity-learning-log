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DM Serif Display" pitchFamily="2" charset="0"/>
      <p:regular r:id="rId23"/>
      <p:italic r:id="rId24"/>
    </p:embeddedFont>
    <p:embeddedFont>
      <p:font typeface="Fira Sans" panose="020B0503050000020004" pitchFamily="34" charset="0"/>
      <p:regular r:id="rId25"/>
      <p:bold r:id="rId26"/>
      <p:italic r:id="rId27"/>
      <p:boldItalic r:id="rId28"/>
    </p:embeddedFont>
    <p:embeddedFont>
      <p:font typeface="Fira Sans ExtraBold" panose="020B0903050000020004" pitchFamily="34" charset="0"/>
      <p:bold r:id="rId29"/>
      <p:boldItalic r:id="rId30"/>
    </p:embeddedFont>
    <p:embeddedFont>
      <p:font typeface="Fira Sans Medium" panose="020B06030500000200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898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f9a36ad9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34f9a36ad9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f9a36ad9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4f9a36ad9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f9a36ad9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f9a36ad9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f9a36ad9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34f9a36ad9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f9a36ad94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f9a36ad94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f9a36ad94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34f9a36ad94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f9a36ad94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f9a36ad94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f9a36ad94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4f9a36ad94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f9a36ad94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f9a36ad94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f9a36ad9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34f9a36ad9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f9a36ad9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f9a36ad94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f9a36ad94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4f9a36ad94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f9a36ad94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f9a36ad94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f9a36ad94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34f9a36ad94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f9a36ad94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f9a36ad94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f9a36ad94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4f9a36ad94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f9a36ad94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f9a36ad94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f9a36ad94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34f9a36ad94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f9a36ad94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f9a36ad94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f9a36ad94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4f9a36ad94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-1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80975" y="71315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8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Project 3</a:t>
            </a:r>
            <a:endParaRPr sz="34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46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78075" y="1911550"/>
            <a:ext cx="4194000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Project Title: Penetration Testing — Metasploitable 3</a:t>
            </a:r>
            <a:endParaRPr sz="1600" dirty="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Group 7</a:t>
            </a:r>
            <a:endParaRPr sz="1600" dirty="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Date: September 11, 2026</a:t>
            </a:r>
            <a:endParaRPr sz="1600" dirty="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0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l="15561" r="15554"/>
          <a:stretch/>
        </p:blipFill>
        <p:spPr>
          <a:xfrm>
            <a:off x="0" y="0"/>
            <a:ext cx="3543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sz="36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900" b="1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248325" y="20715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" sz="1400" dirty="0">
                <a:solidFill>
                  <a:srgbClr val="FFFFFF"/>
                </a:solidFill>
              </a:rPr>
              <a:t>Scenario Summary + Environment Overview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" sz="1400" dirty="0">
                <a:solidFill>
                  <a:srgbClr val="FFFFFF"/>
                </a:solidFill>
              </a:rPr>
              <a:t>Risk Prioritization — Critical / High / Medium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" sz="1400" dirty="0">
                <a:solidFill>
                  <a:srgbClr val="FFFFFF"/>
                </a:solidFill>
              </a:rPr>
              <a:t>port_scanner.py — custom TCP + banner grabbing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" sz="1400" dirty="0">
                <a:solidFill>
                  <a:srgbClr val="FFFFFF"/>
                </a:solidFill>
              </a:rPr>
              <a:t>web_scanner.py — reflected XSS detection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" sz="1400" dirty="0">
                <a:solidFill>
                  <a:srgbClr val="FFFFFF"/>
                </a:solidFill>
              </a:rPr>
              <a:t>Mitigations, Key Takeaways, and Q&amp;A</a:t>
            </a:r>
            <a:endParaRPr dirty="0"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r="63340"/>
          <a:stretch/>
        </p:blipFill>
        <p:spPr>
          <a:xfrm>
            <a:off x="7961423" y="1634925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ADE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l="18153" r="18153"/>
          <a:stretch/>
        </p:blipFill>
        <p:spPr>
          <a:xfrm>
            <a:off x="3543300" y="0"/>
            <a:ext cx="56007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Section</a:t>
            </a:r>
            <a:endParaRPr sz="100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ctrTitle"/>
          </p:nvPr>
        </p:nvSpPr>
        <p:spPr>
          <a:xfrm>
            <a:off x="351381" y="1284075"/>
            <a:ext cx="2877600" cy="3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Scenario Summary</a:t>
            </a:r>
            <a:endParaRPr sz="36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900" b="1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solidFill>
                <a:srgbClr val="10182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t="76156" r="31115"/>
          <a:stretch/>
        </p:blipFill>
        <p:spPr>
          <a:xfrm>
            <a:off x="0" y="3917100"/>
            <a:ext cx="3543076" cy="122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-10"/>
          <a:stretch/>
        </p:blipFill>
        <p:spPr>
          <a:xfrm>
            <a:off x="370700" y="4817918"/>
            <a:ext cx="1205250" cy="1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280855" y="445325"/>
            <a:ext cx="8513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Scenario Summary</a:t>
            </a:r>
            <a:endParaRPr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1B263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25175" y="1093750"/>
            <a:ext cx="8328600" cy="3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sz="1800"/>
              <a:t>A mid-sized enterprise engaged a junior penetration tester to assess a legacy Linux development environment (Metasploitable 3 — Ubuntu 14.04 EOL) for exploitable vulnerabilities and privilege escalation paths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sz="1800"/>
              <a:t>Business objectives: uncover attack surfaces across all network-accessible services, demonstrate exploitability of known CVEs, and produce a prioritised remediation roadmap for the internal security team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sz="1800"/>
              <a:t>Outcome: 9 vulnerabilities identified across 7 services (3 Critical / 3 High / 3 Medium); full root compromise achieved via two independent unauthenticated attack chains in under 30 minutes of active exploitation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ADE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l="18153" r="18153"/>
          <a:stretch/>
        </p:blipFill>
        <p:spPr>
          <a:xfrm>
            <a:off x="3543300" y="0"/>
            <a:ext cx="56007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Section</a:t>
            </a:r>
            <a:endParaRPr sz="100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88" name="Google Shape;88;p17"/>
          <p:cNvSpPr txBox="1">
            <a:spLocks noGrp="1"/>
          </p:cNvSpPr>
          <p:nvPr>
            <p:ph type="ctrTitle"/>
          </p:nvPr>
        </p:nvSpPr>
        <p:spPr>
          <a:xfrm>
            <a:off x="351381" y="1284075"/>
            <a:ext cx="2877600" cy="3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Environment Overview</a:t>
            </a:r>
            <a:endParaRPr sz="36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900" b="1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solidFill>
                <a:srgbClr val="10182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4">
            <a:alphaModFix/>
          </a:blip>
          <a:srcRect t="76156" r="31115"/>
          <a:stretch/>
        </p:blipFill>
        <p:spPr>
          <a:xfrm>
            <a:off x="0" y="3917100"/>
            <a:ext cx="3543076" cy="122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b="-10"/>
          <a:stretch/>
        </p:blipFill>
        <p:spPr>
          <a:xfrm>
            <a:off x="370700" y="4817918"/>
            <a:ext cx="1205250" cy="1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280855" y="445325"/>
            <a:ext cx="8513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Environment Overview</a:t>
            </a:r>
            <a:endParaRPr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1B263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325175" y="1093750"/>
            <a:ext cx="8328600" cy="3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sz="1800"/>
              <a:t>Target: Metasploitable 3  |  IP: 10.0.2.3  |  OS: Ubuntu 14.04.6 LTS (EOL April 2019)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sz="1800"/>
              <a:t>Kernel: 3.13.0-170-generic x86_64  |  Hostname: metasploitable3-ub1404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sz="1800"/>
              <a:t>Network: VirtualBox NAT Network (isolated lab — no internet route to target)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sz="1800"/>
              <a:t>Attack Machine: Kali Linux  |  IP: 10.0.2.5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sz="1800"/>
              <a:t>Open Services discovered by port scanner — FTP:21, SSH:22, HTTP:80, SMB:445, MySQL:3306, IRC:6697, Jetty:8080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sz="1800"/>
              <a:t>Web applications on port 80: /drupal/ (v7.5), /phpmyadmin/, /payroll_app.php, /chat/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sz="1800"/>
              <a:t>Scanning tools: custom port_scanner.py (socket module) + Nmap 7.98 -sV -sC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ADE2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 l="18153" r="18153"/>
          <a:stretch/>
        </p:blipFill>
        <p:spPr>
          <a:xfrm>
            <a:off x="3543300" y="0"/>
            <a:ext cx="56007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Section</a:t>
            </a:r>
            <a:endParaRPr sz="100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04" name="Google Shape;104;p19"/>
          <p:cNvSpPr txBox="1">
            <a:spLocks noGrp="1"/>
          </p:cNvSpPr>
          <p:nvPr>
            <p:ph type="ctrTitle"/>
          </p:nvPr>
        </p:nvSpPr>
        <p:spPr>
          <a:xfrm>
            <a:off x="351381" y="1284075"/>
            <a:ext cx="2877600" cy="3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Vulnerability Findings</a:t>
            </a:r>
            <a:endParaRPr sz="36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900" b="1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solidFill>
                <a:srgbClr val="10182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4">
            <a:alphaModFix/>
          </a:blip>
          <a:srcRect t="76156" r="31115"/>
          <a:stretch/>
        </p:blipFill>
        <p:spPr>
          <a:xfrm>
            <a:off x="0" y="3917100"/>
            <a:ext cx="3543076" cy="122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-10"/>
          <a:stretch/>
        </p:blipFill>
        <p:spPr>
          <a:xfrm>
            <a:off x="370700" y="4817918"/>
            <a:ext cx="1205250" cy="1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280855" y="445325"/>
            <a:ext cx="8513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Vulnerability Findings</a:t>
            </a:r>
            <a:endParaRPr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1B263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325175" y="1093750"/>
            <a:ext cx="8328600" cy="3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[CRITICAL] ProFTPD 1.3.5 — CVE-2015-3306 — Unauthenticated RCE on port 21 (mod_copy)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[CRITICAL] UnrealIRCd Backdoor — CVE-2010-2075 — Unauthenticated shell on port 6697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[CRITICAL] Default SSH Credentials — vagrant/vagrant + NOPASSWD:ALL sudo → instant root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[HIGH] Drupal 7.5 (Drupalgeddon2 range) | SMB guest access, signing disabled | EOL OS Ubuntu 14.04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[MEDIUM] Reflected XSS on payroll_app.php (3/3 payloads) | MySQL network-exposed | Outdated services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ADE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/>
          <p:cNvPicPr preferRelativeResize="0"/>
          <p:nvPr/>
        </p:nvPicPr>
        <p:blipFill rotWithShape="1">
          <a:blip r:embed="rId3">
            <a:alphaModFix/>
          </a:blip>
          <a:srcRect l="18153" r="18153"/>
          <a:stretch/>
        </p:blipFill>
        <p:spPr>
          <a:xfrm>
            <a:off x="3543300" y="0"/>
            <a:ext cx="56007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Section</a:t>
            </a:r>
            <a:endParaRPr sz="100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20" name="Google Shape;120;p21"/>
          <p:cNvSpPr txBox="1">
            <a:spLocks noGrp="1"/>
          </p:cNvSpPr>
          <p:nvPr>
            <p:ph type="ctrTitle"/>
          </p:nvPr>
        </p:nvSpPr>
        <p:spPr>
          <a:xfrm>
            <a:off x="351381" y="1284075"/>
            <a:ext cx="2877600" cy="3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Prioritize Risk</a:t>
            </a:r>
            <a:endParaRPr sz="36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900" b="1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solidFill>
                <a:srgbClr val="10182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 rotWithShape="1">
          <a:blip r:embed="rId4">
            <a:alphaModFix/>
          </a:blip>
          <a:srcRect t="76156" r="31115"/>
          <a:stretch/>
        </p:blipFill>
        <p:spPr>
          <a:xfrm>
            <a:off x="0" y="3917100"/>
            <a:ext cx="3543076" cy="122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 rotWithShape="1">
          <a:blip r:embed="rId3">
            <a:alphaModFix/>
          </a:blip>
          <a:srcRect b="-10"/>
          <a:stretch/>
        </p:blipFill>
        <p:spPr>
          <a:xfrm>
            <a:off x="370700" y="4817918"/>
            <a:ext cx="1205250" cy="1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80855" y="445325"/>
            <a:ext cx="8513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Risk Prioritization</a:t>
            </a:r>
            <a:endParaRPr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1B263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325175" y="1093750"/>
            <a:ext cx="8328600" cy="3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CRITICAL (3): ProFTPD RCE, UnrealIRCd Backdoor, Default Credentials — direct path to root, no auth required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HIGH (3): Drupal 7.5 Drupalgeddon2, SMB guest access + no signing, EOL OS — high exploitability, wide blast radius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MEDIUM (3): Reflected XSS (payroll_app.php), MySQL exposed on 3306, outdated service stack (Apache/Jetty/WEBrick)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Attack chain: ProFTPD RCE → www-data → Meterpreter → UnrealIRCd → boba_fett → su vagrant → sudo → root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ADE2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l="18153" r="18153"/>
          <a:stretch/>
        </p:blipFill>
        <p:spPr>
          <a:xfrm>
            <a:off x="3543300" y="0"/>
            <a:ext cx="56007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Section</a:t>
            </a:r>
            <a:endParaRPr sz="100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6" name="Google Shape;136;p23"/>
          <p:cNvSpPr txBox="1">
            <a:spLocks noGrp="1"/>
          </p:cNvSpPr>
          <p:nvPr>
            <p:ph type="ctrTitle"/>
          </p:nvPr>
        </p:nvSpPr>
        <p:spPr>
          <a:xfrm>
            <a:off x="351381" y="1284075"/>
            <a:ext cx="2877600" cy="3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Script 1 - Port Scanner</a:t>
            </a:r>
            <a:endParaRPr sz="36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900" b="1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solidFill>
                <a:srgbClr val="10182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 rotWithShape="1">
          <a:blip r:embed="rId4">
            <a:alphaModFix/>
          </a:blip>
          <a:srcRect t="76156" r="31115"/>
          <a:stretch/>
        </p:blipFill>
        <p:spPr>
          <a:xfrm>
            <a:off x="0" y="3917100"/>
            <a:ext cx="3543076" cy="122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4"/>
          <p:cNvPicPr preferRelativeResize="0"/>
          <p:nvPr/>
        </p:nvPicPr>
        <p:blipFill rotWithShape="1">
          <a:blip r:embed="rId3">
            <a:alphaModFix/>
          </a:blip>
          <a:srcRect b="-10"/>
          <a:stretch/>
        </p:blipFill>
        <p:spPr>
          <a:xfrm>
            <a:off x="370700" y="4817918"/>
            <a:ext cx="1205250" cy="1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>
            <a:spLocks noGrp="1"/>
          </p:cNvSpPr>
          <p:nvPr>
            <p:ph type="title"/>
          </p:nvPr>
        </p:nvSpPr>
        <p:spPr>
          <a:xfrm>
            <a:off x="280855" y="445325"/>
            <a:ext cx="8513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Script 1 - Port Scanner</a:t>
            </a:r>
            <a:endParaRPr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1B263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25175" y="1093750"/>
            <a:ext cx="8328600" cy="3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Built using Python socket module only — no external libraries; PEP8 compliant for CodeGrade submission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Concurrent scanning via concurrent.futures.ThreadPoolExecutor — reduced scan time dramatically on filtered ports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Accepts target via CLI arg (python3 port_scanner.py 10.0.2.3) or interactive prompt; argparse for -p/-t/-w flags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Banner grabbing on open ports: passive recv() first (FTP/SSH/IRC), HTTP HEAD fallback (Apache/Jetty/WEBrick)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Result on Metasploitable 3: 9 open ports in 337s — 21(ProFTPD 1.3.5), 22(OpenSSH 6.6.1), 80(Apache 2.4.7), 6697(UnrealIRCd)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ADE2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/>
          <p:cNvPicPr preferRelativeResize="0"/>
          <p:nvPr/>
        </p:nvPicPr>
        <p:blipFill rotWithShape="1">
          <a:blip r:embed="rId3">
            <a:alphaModFix/>
          </a:blip>
          <a:srcRect l="18153" r="18153"/>
          <a:stretch/>
        </p:blipFill>
        <p:spPr>
          <a:xfrm>
            <a:off x="3543300" y="0"/>
            <a:ext cx="56007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Section</a:t>
            </a:r>
            <a:endParaRPr sz="100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2" name="Google Shape;152;p25"/>
          <p:cNvSpPr txBox="1">
            <a:spLocks noGrp="1"/>
          </p:cNvSpPr>
          <p:nvPr>
            <p:ph type="ctrTitle"/>
          </p:nvPr>
        </p:nvSpPr>
        <p:spPr>
          <a:xfrm>
            <a:off x="351381" y="1284075"/>
            <a:ext cx="2877600" cy="3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Script 2 - Web Scanner</a:t>
            </a:r>
            <a:endParaRPr sz="36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900" b="1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solidFill>
                <a:srgbClr val="10182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153" name="Google Shape;153;p25"/>
          <p:cNvPicPr preferRelativeResize="0"/>
          <p:nvPr/>
        </p:nvPicPr>
        <p:blipFill rotWithShape="1">
          <a:blip r:embed="rId4">
            <a:alphaModFix/>
          </a:blip>
          <a:srcRect t="76156" r="31115"/>
          <a:stretch/>
        </p:blipFill>
        <p:spPr>
          <a:xfrm>
            <a:off x="0" y="3917100"/>
            <a:ext cx="3543076" cy="122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6"/>
          <p:cNvPicPr preferRelativeResize="0"/>
          <p:nvPr/>
        </p:nvPicPr>
        <p:blipFill rotWithShape="1">
          <a:blip r:embed="rId3">
            <a:alphaModFix/>
          </a:blip>
          <a:srcRect b="-10"/>
          <a:stretch/>
        </p:blipFill>
        <p:spPr>
          <a:xfrm>
            <a:off x="370700" y="4817918"/>
            <a:ext cx="1205250" cy="1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 txBox="1">
            <a:spLocks noGrp="1"/>
          </p:cNvSpPr>
          <p:nvPr>
            <p:ph type="title"/>
          </p:nvPr>
        </p:nvSpPr>
        <p:spPr>
          <a:xfrm>
            <a:off x="280855" y="445325"/>
            <a:ext cx="8513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Script 2 - Web Scanner</a:t>
            </a:r>
            <a:endParaRPr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1B263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325175" y="1093750"/>
            <a:ext cx="8328600" cy="3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Built using Python requests module — no external security libraries; aligns with OWASP Top 10 A03 (XSS / Injection)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Tests 3 payload types: raw script tag, img onerror event handler, URL-encoded SVG onload (obfuscated variant)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urllib.parse.unquote() decodes URL-encoded payloads before comparison — catches Flask’s server-side auto-decoding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Per-payload try/except RequestException — scan continues on failure; prints [VULNERABLE] or [SECURE] per test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Result on payroll_app.php: 3 of 3 payloads flagged [VULNERABLE] — app reflects raw input with zero sanitization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ADE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7"/>
          <p:cNvPicPr preferRelativeResize="0"/>
          <p:nvPr/>
        </p:nvPicPr>
        <p:blipFill rotWithShape="1">
          <a:blip r:embed="rId3">
            <a:alphaModFix/>
          </a:blip>
          <a:srcRect l="18153" r="18153"/>
          <a:stretch/>
        </p:blipFill>
        <p:spPr>
          <a:xfrm>
            <a:off x="3543300" y="0"/>
            <a:ext cx="56007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Section</a:t>
            </a:r>
            <a:endParaRPr sz="100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8" name="Google Shape;168;p27"/>
          <p:cNvSpPr txBox="1">
            <a:spLocks noGrp="1"/>
          </p:cNvSpPr>
          <p:nvPr>
            <p:ph type="ctrTitle"/>
          </p:nvPr>
        </p:nvSpPr>
        <p:spPr>
          <a:xfrm>
            <a:off x="351381" y="1284075"/>
            <a:ext cx="2877600" cy="3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Mitigations</a:t>
            </a:r>
            <a:endParaRPr sz="36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900" b="1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solidFill>
                <a:srgbClr val="10182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169" name="Google Shape;169;p27"/>
          <p:cNvPicPr preferRelativeResize="0"/>
          <p:nvPr/>
        </p:nvPicPr>
        <p:blipFill rotWithShape="1">
          <a:blip r:embed="rId4">
            <a:alphaModFix/>
          </a:blip>
          <a:srcRect t="76156" r="31115"/>
          <a:stretch/>
        </p:blipFill>
        <p:spPr>
          <a:xfrm>
            <a:off x="0" y="3917100"/>
            <a:ext cx="3543076" cy="122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8"/>
          <p:cNvPicPr preferRelativeResize="0"/>
          <p:nvPr/>
        </p:nvPicPr>
        <p:blipFill rotWithShape="1">
          <a:blip r:embed="rId3">
            <a:alphaModFix/>
          </a:blip>
          <a:srcRect b="-10"/>
          <a:stretch/>
        </p:blipFill>
        <p:spPr>
          <a:xfrm>
            <a:off x="370700" y="4817918"/>
            <a:ext cx="1205250" cy="1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>
            <a:spLocks noGrp="1"/>
          </p:cNvSpPr>
          <p:nvPr>
            <p:ph type="title"/>
          </p:nvPr>
        </p:nvSpPr>
        <p:spPr>
          <a:xfrm>
            <a:off x="280855" y="445325"/>
            <a:ext cx="8513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Mitigations and Remediation</a:t>
            </a:r>
            <a:endParaRPr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1B263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325175" y="1093750"/>
            <a:ext cx="8328600" cy="3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[IMMEDIATE] Patch/remove ProFTPD mod_copy; restrict port 21 by firewall; rotate ALL default credentials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[IMMEDIATE] Decommission UnrealIRCd; disable SSH password auth and enforce key-only authentication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[IMMEDIATE] Remove vagrant NOPASSWD from /etc/sudoers; audit all accounts for privileged access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[HIGH] Upgrade Drupal 7.5 → Drupal 10; migrate OS from Ubuntu 14.04 EOL to Ubuntu 22.04 LTS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[HIGH] Enforce SMB signing (server signing = mandatory); disable guest access; restrict to trusted subnets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[MEDIUM] Sanitize inputs on payroll_app.php; bind MySQL to localhost; update Apache/Jetty/OpenSSH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ADE2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9"/>
          <p:cNvPicPr preferRelativeResize="0"/>
          <p:nvPr/>
        </p:nvPicPr>
        <p:blipFill rotWithShape="1">
          <a:blip r:embed="rId3">
            <a:alphaModFix/>
          </a:blip>
          <a:srcRect l="18153" r="18153"/>
          <a:stretch/>
        </p:blipFill>
        <p:spPr>
          <a:xfrm>
            <a:off x="3543300" y="0"/>
            <a:ext cx="56007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Section</a:t>
            </a:r>
            <a:endParaRPr sz="100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84" name="Google Shape;184;p29"/>
          <p:cNvSpPr txBox="1">
            <a:spLocks noGrp="1"/>
          </p:cNvSpPr>
          <p:nvPr>
            <p:ph type="ctrTitle"/>
          </p:nvPr>
        </p:nvSpPr>
        <p:spPr>
          <a:xfrm>
            <a:off x="351381" y="1284075"/>
            <a:ext cx="2877600" cy="3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Key Takeaways</a:t>
            </a:r>
            <a:endParaRPr sz="36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900" b="1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solidFill>
                <a:srgbClr val="10182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185" name="Google Shape;185;p29"/>
          <p:cNvPicPr preferRelativeResize="0"/>
          <p:nvPr/>
        </p:nvPicPr>
        <p:blipFill rotWithShape="1">
          <a:blip r:embed="rId4">
            <a:alphaModFix/>
          </a:blip>
          <a:srcRect t="76156" r="31115"/>
          <a:stretch/>
        </p:blipFill>
        <p:spPr>
          <a:xfrm>
            <a:off x="0" y="3917100"/>
            <a:ext cx="3543076" cy="122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0"/>
          <p:cNvPicPr preferRelativeResize="0"/>
          <p:nvPr/>
        </p:nvPicPr>
        <p:blipFill rotWithShape="1">
          <a:blip r:embed="rId3">
            <a:alphaModFix/>
          </a:blip>
          <a:srcRect b="-10"/>
          <a:stretch/>
        </p:blipFill>
        <p:spPr>
          <a:xfrm>
            <a:off x="370700" y="4817918"/>
            <a:ext cx="1205250" cy="1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0"/>
          <p:cNvSpPr txBox="1">
            <a:spLocks noGrp="1"/>
          </p:cNvSpPr>
          <p:nvPr>
            <p:ph type="title"/>
          </p:nvPr>
        </p:nvSpPr>
        <p:spPr>
          <a:xfrm>
            <a:off x="280855" y="445325"/>
            <a:ext cx="8513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Lessons Learned/Key Takeaways</a:t>
            </a:r>
            <a:endParaRPr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1B263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325175" y="1093750"/>
            <a:ext cx="8328600" cy="3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Default credentials (vagrant/vagrant + passwordless sudo) provided the fastest path to root — credential hygiene is the highest-ROI fix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Two independent unauthenticated RCE paths found on the same host — always scan all 65535 ports, not just the top 1000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Custom port scanner with banner grabbing identified ProFTPD 1.3.5 and UnrealIRCd versions automatically, enabling precise CVE selection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Metasploit payload selection requires matching target OS and architecture — always check uname -a before choosing a payload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/>
              <a:t>Automated XSS scanner caught the URL-encoded SVG variant in seconds — automation is essential for thorough and repeatable testing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ADE2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1"/>
          <p:cNvPicPr preferRelativeResize="0"/>
          <p:nvPr/>
        </p:nvPicPr>
        <p:blipFill rotWithShape="1">
          <a:blip r:embed="rId3">
            <a:alphaModFix/>
          </a:blip>
          <a:srcRect l="18153" r="18153"/>
          <a:stretch/>
        </p:blipFill>
        <p:spPr>
          <a:xfrm>
            <a:off x="3543300" y="0"/>
            <a:ext cx="56007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1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Section</a:t>
            </a:r>
            <a:endParaRPr sz="100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00" name="Google Shape;200;p31"/>
          <p:cNvSpPr txBox="1">
            <a:spLocks noGrp="1"/>
          </p:cNvSpPr>
          <p:nvPr>
            <p:ph type="ctrTitle"/>
          </p:nvPr>
        </p:nvSpPr>
        <p:spPr>
          <a:xfrm>
            <a:off x="351381" y="1284075"/>
            <a:ext cx="2877600" cy="3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Questions</a:t>
            </a:r>
            <a:endParaRPr sz="36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900" b="1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solidFill>
                <a:srgbClr val="10182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9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01" name="Google Shape;201;p31"/>
          <p:cNvPicPr preferRelativeResize="0"/>
          <p:nvPr/>
        </p:nvPicPr>
        <p:blipFill rotWithShape="1">
          <a:blip r:embed="rId4">
            <a:alphaModFix/>
          </a:blip>
          <a:srcRect t="76156" r="31115"/>
          <a:stretch/>
        </p:blipFill>
        <p:spPr>
          <a:xfrm>
            <a:off x="0" y="3917100"/>
            <a:ext cx="3543076" cy="122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2"/>
          <p:cNvPicPr preferRelativeResize="0"/>
          <p:nvPr/>
        </p:nvPicPr>
        <p:blipFill rotWithShape="1">
          <a:blip r:embed="rId3">
            <a:alphaModFix/>
          </a:blip>
          <a:srcRect b="-10"/>
          <a:stretch/>
        </p:blipFill>
        <p:spPr>
          <a:xfrm>
            <a:off x="370700" y="4817918"/>
            <a:ext cx="1205250" cy="1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2"/>
          <p:cNvSpPr txBox="1">
            <a:spLocks noGrp="1"/>
          </p:cNvSpPr>
          <p:nvPr>
            <p:ph type="title"/>
          </p:nvPr>
        </p:nvSpPr>
        <p:spPr>
          <a:xfrm>
            <a:off x="503880" y="2073403"/>
            <a:ext cx="8513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Questions or Closing Thoughts</a:t>
            </a:r>
            <a:endParaRPr dirty="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137150" y="1476551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1B263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968</Words>
  <Application>Microsoft Office PowerPoint</Application>
  <PresentationFormat>On-screen Show (16:9)</PresentationFormat>
  <Paragraphs>97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Fira Sans ExtraBold</vt:lpstr>
      <vt:lpstr>Fira Sans</vt:lpstr>
      <vt:lpstr>Fira Sans Medium</vt:lpstr>
      <vt:lpstr>Arial</vt:lpstr>
      <vt:lpstr>DM Serif Display</vt:lpstr>
      <vt:lpstr>Simple Light</vt:lpstr>
      <vt:lpstr>PowerPoint Presentation</vt:lpstr>
      <vt:lpstr>Agenda    </vt:lpstr>
      <vt:lpstr>Scenario Summary    </vt:lpstr>
      <vt:lpstr>Scenario Summary  </vt:lpstr>
      <vt:lpstr>Environment Overview    </vt:lpstr>
      <vt:lpstr>Environment Overview  </vt:lpstr>
      <vt:lpstr>Vulnerability Findings    </vt:lpstr>
      <vt:lpstr>Vulnerability Findings  </vt:lpstr>
      <vt:lpstr>Prioritize Risk    </vt:lpstr>
      <vt:lpstr>Risk Prioritization  </vt:lpstr>
      <vt:lpstr>Script 1 - Port Scanner    </vt:lpstr>
      <vt:lpstr>Script 1 - Port Scanner  </vt:lpstr>
      <vt:lpstr>Script 2 - Web Scanner    </vt:lpstr>
      <vt:lpstr>Script 2 - Web Scanner  </vt:lpstr>
      <vt:lpstr>Mitigations    </vt:lpstr>
      <vt:lpstr>Mitigations and Remediation  </vt:lpstr>
      <vt:lpstr>Key Takeaways    </vt:lpstr>
      <vt:lpstr>Lessons Learned/Key Takeaways  </vt:lpstr>
      <vt:lpstr>Questions    </vt:lpstr>
      <vt:lpstr>Questions or Closing Thoughts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Mary Nyerere</cp:lastModifiedBy>
  <cp:revision>1</cp:revision>
  <dcterms:modified xsi:type="dcterms:W3CDTF">2026-09-11T05:21:11Z</dcterms:modified>
</cp:coreProperties>
</file>